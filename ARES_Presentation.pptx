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3152"/>
            <a:ext cx="731520" cy="8686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"/>
            <a:ext cx="246888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ARES – Autonomous Reliability Engineering System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Self-Healing Microservices Platform for Cloud Applications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27889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R2142231379 – Nitanshu Tak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R2142230722 – Aakriti Dhawan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R2142230892 – Sristee Bhindwar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R2142230888 – Aarohi Jaiswal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Abhishek Roshan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3840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Abstract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Introduction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Literature Review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Problem Statement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Objective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Dataset Description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389120" y="868680"/>
            <a:ext cx="3840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 Methodology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 SWOT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 Pert Chart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Results and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Conclusion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References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Abstract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822960"/>
            <a:ext cx="8412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(Autonomous Reliability Engineering System) is an AI-powered self-healing cloud platform built on top of a microservices-based SaaS e-commerce application. Modern distributed systems fail due to traffic spikes, service crashes, and resource overload. Traditional monitoring tools only alert engineers — requiring manual intervention that causes costly downtime.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eliminates this delay by combining real-time monitoring agents, ML-based anomaly detection (powered by Helios — an accepted conference research system), and an automated self-healing engine. When a failure or anomaly is detected, ARES autonomously restarts services, recycles resources, and logs recovery events — without any human involvement.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follows the MAPE-K autonomic computing loop: Monitor → Analyze → Plan → Execute → Knowledge. Phase 1 delivers a fully functional deployed e-commerce application. Phase 2 delivers the complete ARES reliability brain.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Introduction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cloud applications are built using microservices — independent services each handling one function (login, products, cart, orders).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distributed systems are prone to failure: traffic spikes, memory leaks, service crashes, and API timeouts are common in production.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 tools detect failures and alert engineers. Human response time introduces 30–60 minutes of avoidable downtime.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is a cloud-native reliability platform that detects failures using ML, decides the correct recovery action, and executes it automatically.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MAPE-K autonomic computing framework — Monitor, Analyze, Plan, Execute, Knowledge.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Helios — a validated, conference-accepted ML anomaly detection research system by Nitanshu Tak.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89320" y="804672"/>
            <a:ext cx="283464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8778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80760" y="117043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Alert → Human wakes up → Manual fix → 30–60 min downtime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1901952"/>
            <a:ext cx="26517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9933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System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22860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Monitor detects → ML flags → Decision Engine → Healing Agent acts → 2–5 sec recovery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3063240"/>
            <a:ext cx="265176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31546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80760" y="34015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•  Node.js  •  PostgreSQL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•  Prometheus  •  Python ML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 •  Vercel  •  Render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Literature Review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804672"/>
            <a:ext cx="411480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AAAAA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804672"/>
            <a:ext cx="411480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046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Reliability Engineering (SRE)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3192" y="1078992"/>
            <a:ext cx="39684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introduced at Google to maintain system uptime at scale.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monitoring, alerting, incident management, and post-mortems.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human engineers for decision-making and recovery — a limitation ARES addresses.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804672"/>
            <a:ext cx="411480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AAAAA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804672"/>
            <a:ext cx="4114800" cy="25603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8046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&amp; Autonomic Computing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45152" y="1078992"/>
            <a:ext cx="39684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MAPE-K loop (Monitor, Analyze, Plan, Execute) defines autonomous systems.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systems can detect faults and initiate recovery automatically.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academic implementations remain theoretical — ARES is a practical deployment.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2331720"/>
            <a:ext cx="411480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AAAAA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331720"/>
            <a:ext cx="411480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3317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Anomaly Detection (Helios)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93192" y="2606040"/>
            <a:ext cx="39684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(Nitanshu Tak) — accepted conference paper on DevSecOps &amp; AI/ML cloud anomaly detection.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Isolation Forest &amp; statistical models on CPU, memory, network, login, and storage metrics.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integrates Helios as its ML Engine — detection validated by peer-reviewed research.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2331720"/>
            <a:ext cx="411480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12700" dir="8100000">
              <a:srgbClr val="AAAAA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2331720"/>
            <a:ext cx="4114800" cy="256032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23317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45152" y="2606040"/>
            <a:ext cx="39684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monitor and alert but do not autonomously heal.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between real-time monitoring, ML prediction, and automated remediation.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bridges this gap — the first student-built system combining all three into one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Problem Statement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design a cloud-native microservices application that detects service failures and system anomalies, and restores itself to normal operation automatically — without any human intervention?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1600200"/>
            <a:ext cx="269748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600200"/>
            <a:ext cx="2697480" cy="2926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6002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Failures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1938528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services crash under load or due to bugs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 one service can cascade to others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 and restart takes too long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0" y="1600200"/>
            <a:ext cx="269748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1600200"/>
            <a:ext cx="2697480" cy="2926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16002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Load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291840" y="1938528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spikes are sudden and unpredictable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and memory can spike to 100% within seconds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in place to scale or respond automatically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0760" y="1600200"/>
            <a:ext cx="269748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1600200"/>
            <a:ext cx="2697480" cy="29260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2200" y="16002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Response Delay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172200" y="1938528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cannot monitor systems 24/7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Alert-to-action time averages 30–60 minutes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directly impacts users and business revenue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Objective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self-healing cloud-native application platform that continuously monitors microservices performance, detects failures and anomalies using machine learning, and executes automated recovery actions — minimising downtime without human intervention.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874520"/>
            <a:ext cx="411480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874520"/>
            <a:ext cx="256032" cy="8046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874520"/>
            <a:ext cx="256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" y="1874520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functional microservices e-commerce application with independent services for User, Product, Cart, and Orders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807208"/>
            <a:ext cx="411480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807208"/>
            <a:ext cx="256032" cy="8046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807208"/>
            <a:ext cx="256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7512" y="2807208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all services using Docker for fault isolation and programmatic restart capability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3739896"/>
            <a:ext cx="411480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3739896"/>
            <a:ext cx="256032" cy="8046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739896"/>
            <a:ext cx="256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7512" y="3739896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monitoring stack (Prometheus + Grafana) to collect real-time CPU, memory, and latency metrics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1874520"/>
            <a:ext cx="411480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1874520"/>
            <a:ext cx="256032" cy="8046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1874520"/>
            <a:ext cx="256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965192" y="1874520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Helios ML anomaly detection engine for predictive failure identification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63440" y="2807208"/>
            <a:ext cx="411480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63440" y="2807208"/>
            <a:ext cx="256032" cy="8046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63440" y="2807208"/>
            <a:ext cx="256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965192" y="2807208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autonomous self-healing agents that detect service failures and execute recovery without human input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63440" y="3739896"/>
            <a:ext cx="4114800" cy="8046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3739896"/>
            <a:ext cx="256032" cy="8046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63440" y="3739896"/>
            <a:ext cx="256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965192" y="3739896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ARES Dashboard displaying service health, ML alerts, and recovery event timelines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Dataset Description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does not rely on a pre-existing static dataset. The system generates and collects live, real-time data from the running microservices infrastructure.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  <a:gridCol w="1463040"/>
                <a:gridCol w="16459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Utilization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/metrics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– 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Sustained &gt; 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Engine + Decision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Consumption (MB)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/metrics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– 400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trend detected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Response Time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/metrics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– 300ms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1500ms consistently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Health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/health 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response / 5xx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logs / Prometheus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– 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8% of requests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Rate (req/s)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/ Load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Sudden spike 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collected continuously during system operation and used to train and evaluate the Isolation Forest ML model at runtime.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Methodology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1261872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8046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536192" y="1078992"/>
            <a:ext cx="173736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09928" y="804672"/>
            <a:ext cx="1261872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09928" y="8046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71800" y="1078992"/>
            <a:ext cx="173736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45536" y="804672"/>
            <a:ext cx="1261872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45536" y="8046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Agents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07408" y="1078992"/>
            <a:ext cx="173736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81144" y="804672"/>
            <a:ext cx="1261872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81144" y="8046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43016" y="1078992"/>
            <a:ext cx="173736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16752" y="804672"/>
            <a:ext cx="1261872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16752" y="8046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ML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278624" y="1078992"/>
            <a:ext cx="173736" cy="10972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52360" y="804672"/>
            <a:ext cx="1261872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52360" y="804672"/>
            <a:ext cx="12618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20040" y="1572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MAPE-K Autonomic Control Loop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20040" y="1920240"/>
            <a:ext cx="1600200" cy="285292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0040" y="1920240"/>
            <a:ext cx="16002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93192" y="2231136"/>
            <a:ext cx="1453896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Agent scrapes Prometheus every 15s. Collects CPU, memory, latency, error rate for all 4 microservices.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057400" y="1920240"/>
            <a:ext cx="1600200" cy="285292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57400" y="1920240"/>
            <a:ext cx="16002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5740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130552" y="2231136"/>
            <a:ext cx="1453896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ML Engine (Isolation Forest) scores each metric. Anomaly score &gt; 0.7 triggers the next phase.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794760" y="1920240"/>
            <a:ext cx="1600200" cy="285292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794760" y="1920240"/>
            <a:ext cx="16002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9476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867912" y="2231136"/>
            <a:ext cx="1453896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 maps the anomaly type to a recovery action: restart, scale, recycle, or alert only.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532120" y="1920240"/>
            <a:ext cx="1600200" cy="285292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532120" y="1920240"/>
            <a:ext cx="16002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3212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605272" y="2231136"/>
            <a:ext cx="1453896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Healing Agent calls Docker Engine API to execute the chosen action. Full recovery in 2–5 seconds.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269480" y="1920240"/>
            <a:ext cx="1600200" cy="285292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269480" y="1920240"/>
            <a:ext cx="160020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26948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342632" y="2231136"/>
            <a:ext cx="1453896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— detection, decision, action, result — is logged and displayed on the ARES Dashboard timeline.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SWOT Analysis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" y="804672"/>
            <a:ext cx="420624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804672"/>
            <a:ext cx="420624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115568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AI, DevOps, and cloud engineering in one unified platform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autonomous self-healing — no human intervention required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backed by accepted conference research (Helios)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Production-style microservices with CI/CD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cloud-native architecture on AWS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804672"/>
            <a:ext cx="420624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804672"/>
            <a:ext cx="4206240" cy="27432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1115568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significant cloud infrastructure and compute resources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multi-layer system integration increases setup difficulty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accuracy depends on quality of collected metric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healing limited to container-level actions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2788920"/>
            <a:ext cx="420624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2788920"/>
            <a:ext cx="420624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1480" y="3099816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next-generation AIOps and autonomous infrastructure platforms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to SaaS, fintech, e-commerce, streaming, and enterprise systems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extension path — Phase 2 can become a full conference publication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industry-level SRE engineering in academic context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2788920"/>
            <a:ext cx="420624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09160" y="2788920"/>
            <a:ext cx="4206240" cy="27432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2788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00600" y="3099816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ML predictions may trigger unnecessary healing actions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 in automated remediation of production services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distributed system debugging is challenging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Overreliance on automation may mask underlying code-level defects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PERT Chart — Project Timeline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6032" y="877824"/>
            <a:ext cx="1316736" cy="40050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" y="877824"/>
            <a:ext cx="1316736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8961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" y="11521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Development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01752" y="1481328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10896" y="1728216"/>
            <a:ext cx="12070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 UI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Node.js microservices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Neon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Render + Vercel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4334256"/>
            <a:ext cx="1097280" cy="23774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334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719072" y="877824"/>
            <a:ext cx="1316736" cy="40050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19072" y="877824"/>
            <a:ext cx="1316736" cy="5669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19072" y="8961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719072" y="11521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764792" y="1481328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773936" y="1728216"/>
            <a:ext cx="12070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per service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setup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container network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 testing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828800" y="4334256"/>
            <a:ext cx="1097280" cy="23774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0" y="4334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182112" y="877824"/>
            <a:ext cx="1316736" cy="40050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82112" y="877824"/>
            <a:ext cx="1316736" cy="5669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82112" y="8961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2B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182112" y="11521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Healing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227832" y="1481328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36976" y="1728216"/>
            <a:ext cx="12070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Health Agent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Healing Agent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API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self-heal demo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91840" y="4334256"/>
            <a:ext cx="1097280" cy="23774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4334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645152" y="877824"/>
            <a:ext cx="1316736" cy="40050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45152" y="877824"/>
            <a:ext cx="1316736" cy="56692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45152" y="8961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2C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645152" y="11521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690872" y="1481328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00016" y="1728216"/>
            <a:ext cx="12070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setup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scraping config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54880" y="4334256"/>
            <a:ext cx="1097280" cy="23774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54880" y="4334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108192" y="877824"/>
            <a:ext cx="1316736" cy="40050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08192" y="877824"/>
            <a:ext cx="1316736" cy="566928"/>
          </a:xfrm>
          <a:prstGeom prst="rect">
            <a:avLst/>
          </a:prstGeom>
          <a:solidFill>
            <a:srgbClr val="8B00B8"/>
          </a:solidFill>
          <a:ln w="12700">
            <a:solidFill>
              <a:srgbClr val="8B00B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08192" y="8961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2D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108192" y="11521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ML Engine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153912" y="1481328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163056" y="1728216"/>
            <a:ext cx="12070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integration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scoring pipeline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217920" y="4334256"/>
            <a:ext cx="1097280" cy="237744"/>
          </a:xfrm>
          <a:prstGeom prst="rect">
            <a:avLst/>
          </a:prstGeom>
          <a:solidFill>
            <a:srgbClr val="8B00B8"/>
          </a:solidFill>
          <a:ln w="12700">
            <a:solidFill>
              <a:srgbClr val="8B00B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17920" y="4334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571232" y="877824"/>
            <a:ext cx="1316736" cy="40050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571232" y="877824"/>
            <a:ext cx="1316736" cy="566928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571232" y="8961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571232" y="11521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AWS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7616952" y="1481328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8–9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626096" y="1728216"/>
            <a:ext cx="12070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control dashboard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deployment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 setup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validation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680960" y="4334256"/>
            <a:ext cx="1097280" cy="237744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680960" y="43342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Results and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2004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Completed &amp; Deployed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133856"/>
            <a:ext cx="8503920" cy="329184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3385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06040" y="1133856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letslumiere.vercel.app — publicly accessible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" y="1508760"/>
            <a:ext cx="85039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508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Deployed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606040" y="150876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microservices on Render (User, Product, Cart, Order)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" y="1883664"/>
            <a:ext cx="8503920" cy="329184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18836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606040" y="188366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Neon — 4 isolated databases, cloud-hosted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0040" y="2258568"/>
            <a:ext cx="850392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225856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Flow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606040" y="225856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Login → Browse → Cart → Checkout → Orders — all working end-to-end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20040" y="2633472"/>
            <a:ext cx="8503920" cy="329184"/>
          </a:xfrm>
          <a:prstGeom prst="rect">
            <a:avLst/>
          </a:prstGeom>
          <a:solidFill>
            <a:srgbClr val="F5F7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26334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606040" y="2633472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REST endpoints across 4 services, all live and functional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20040" y="3035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Expected Results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65760" y="3346704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failure detected and container restarted autonomously within 2–5 seconds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 (Helios) classifies anomalous CPU/memory readings with &gt;90% accuracy on training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Dashboard displays full incident lifecycle: detection timestamp → healing action → recovery confirmation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Conclusion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demonstrates that cloud infrastructure can evolve from reactive monitoring systems to fully autonomous, self-managing reliability platforms.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complete and live: a production-style microservices e-commerce application deployed on Vercel + Render + Neon with full end-to-end functionality.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will deliver the ARES Control Plane: autonomous monitoring agents, Helios ML anomaly detection, Docker-based self-healing, and a real-time reliability dashboard.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of Helios — an accepted conference research system on AI/ML-based cloud anomaly detection — provides strong academic and technical validation for the ML engine.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bridges the gap identified in literature: most systems monitor and alert, but ARES monitors, predicts, decides, and heals — without any human in the loop.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combines Cloud Engineering, DevOps, Site Reliability Engineering, and Machine Learning into a single, unified, demonstrable system.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4206240"/>
            <a:ext cx="8503920" cy="62179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20624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— Autonomous Reliability Engineering System  |  Phase 1 Complete  |  Powered by Helios ML Research (Accepted Conference Paper)  |  github.com/Nitanshu715/ARES-Autonomous-Reliability-Engineering-System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References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N. Tak, "Helios: AI/ML-Based Threat Detection and Self-Healing in Cloud Systems (DevSecOps)," Accepted Conference Paper, 2024. [GitHub: github.com/Nitanshu715/Helios]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122529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F. Cotroneo, R. De Simone, "Site Reliability Engineering: How Google Runs Production Systems," O'Reilly Media, 2016.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6276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J. Liu, X. Han, "Autonomic Computing: The MAPE-K Loop in Self-Managing Systems," IEEE Transactions on Parallel and Distributed Systems, 2019.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02996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F. T. Liu, K. M. Ting, Z. Zhou, "Isolation Forest," 2008 Eighth IEEE International Conference on Data Mining, Pisa, Italy, 2008.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243230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Prometheus Authors, "Prometheus: From Metrics to Insight — Power your metrics and alerting," prometheus.io, 2024.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Docker Inc., "Docker Documentation: Containerization and Orchestration," docs.docker.com, 2024.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323697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Amazon Web Services, "AWS EC2 — Elastic Compute Cloud Documentation," aws.amazon.com/ec2, 2024.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36393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Vercel Inc., "Next.js Documentation — The React Framework for the Web," nextjs.org, 2024.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04164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GitHub Repository: ARES-Autonomous-Reliability-Engineering-System, github.com/Nitanshu715/ARES-Autonomous-Reliability-Engineering-System, 2024.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44439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scikit-learn Developers, "Isolation Forest — Unsupervised Outlier Detection," scikit-learn.org, 2024.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ARES - Autonomous Reliability Engineering System</dc:title>
  <dc:subject>PptxGenJS Presentation</dc:subject>
  <dc:creator>PptxGenJS</dc:creator>
  <cp:lastModifiedBy>PptxGenJS</cp:lastModifiedBy>
  <cp:revision>1</cp:revision>
  <dcterms:created xsi:type="dcterms:W3CDTF">2026-03-13T21:47:14Z</dcterms:created>
  <dcterms:modified xsi:type="dcterms:W3CDTF">2026-03-13T21:47:14Z</dcterms:modified>
</cp:coreProperties>
</file>